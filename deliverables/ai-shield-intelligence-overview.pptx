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0" autoAdjust="0"/>
    <p:restoredTop sz="94576" autoAdjust="0"/>
  </p:normalViewPr>
  <p:slideViewPr>
    <p:cSldViewPr snapToGrid="0" snapToObjects="1">
      <p:cViewPr varScale="1">
        <p:scale>
          <a:sx n="104" d="100"/>
          <a:sy n="104" d="100"/>
        </p:scale>
        <p:origin x="216" y="5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AI Shield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How I keep myself up to date on the latest threats and attack techniques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April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 Shield Intelligence In One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 local-first AI threat intelligence platform for collecting, classifying, enriching, and serving AI/ML security threats.</a:t>
            </a:r>
          </a:p>
          <a:p>
            <a:pPr lvl="0"/>
            <a:r>
              <a:rPr dirty="0"/>
              <a:t>It turns raw external signals into structured records that </a:t>
            </a:r>
            <a:r>
              <a:rPr lang="en-US" dirty="0"/>
              <a:t>engineers</a:t>
            </a:r>
            <a:r>
              <a:rPr dirty="0"/>
              <a:t> and downstream systems can query.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681" y="204787"/>
            <a:ext cx="3245019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What The System Actually Does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Pulls from research, advisories, GitHub, CVE feeds, and community channels.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Normalizes and deduplicates incoming documents into threat records.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Classifies threat type and extracts entities, MITRE mappings, and severity.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Stores raw artifacts plus structured metadata for search and analytics.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Serves the output through </a:t>
            </a:r>
            <a:r>
              <a:rPr sz="1600" dirty="0" err="1"/>
              <a:t>FastAPI</a:t>
            </a:r>
            <a:r>
              <a:rPr sz="1600" dirty="0"/>
              <a:t>, React, scheduled jobs, and alert hooks.</a:t>
            </a:r>
          </a:p>
        </p:txBody>
      </p:sp>
      <p:pic>
        <p:nvPicPr>
          <p:cNvPr id="3" name="Picture 1" descr="images/minimal-local-dashboar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46100"/>
            <a:ext cx="51054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Why </a:t>
            </a:r>
            <a:r>
              <a:t>This Matters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AI attack techniques change faster than most hand-written security test suites.</a:t>
            </a:r>
          </a:p>
          <a:p>
            <a:pPr lvl="0"/>
            <a:r>
              <a:t>Raw papers and repos are hard to operationalize under normal engineering time pressure.</a:t>
            </a:r>
          </a:p>
          <a:p>
            <a:pPr lvl="0"/>
            <a:r>
              <a:t>This system compresses the path from “new attack published” to “searchable, scored, testable threat.”</a:t>
            </a:r>
          </a:p>
          <a:p>
            <a:pPr lvl="0"/>
            <a:r>
              <a:t>Structured metadata makes the output automatable by other tools instead of analyst-only.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Architecture: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Sources: arXiv, security blogs, NVD/CVEs, GitHub, Reddit, Hacker News, other feeds.</a:t>
            </a:r>
          </a:p>
          <a:p>
            <a:pPr lvl="0"/>
            <a:r>
              <a:t>Ingestion: scheduled RSS/API/scraping collectors plus manual or event-driven inputs.</a:t>
            </a:r>
          </a:p>
          <a:p>
            <a:pPr lvl="0"/>
            <a:r>
              <a:t>Processing: normalization, deduplication, classification, entity extraction, MITRE ATLAS mapping.</a:t>
            </a:r>
          </a:p>
          <a:p>
            <a:pPr lvl="0"/>
            <a:r>
              <a:t>Analysis: optional Ollama-based LLM summaries, attack vectors, and mitigations.</a:t>
            </a:r>
          </a:p>
          <a:p>
            <a:pPr lvl="0"/>
            <a:r>
              <a:t>Delivery: search APIs, threat detail APIs, analytics UI, and alert notifications.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Runtime Architecture: Data And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PostgreSQL is the system of record for threats, entities, MITRE mappings, and LLM output.</a:t>
            </a:r>
          </a:p>
          <a:p>
            <a:pPr lvl="0"/>
            <a:r>
              <a:t>Redis is the queue broker and cache for asynchronous processing.</a:t>
            </a:r>
          </a:p>
          <a:p>
            <a:pPr lvl="0"/>
            <a:r>
              <a:t>MinIO stores raw threat payloads and collected artifacts.</a:t>
            </a:r>
          </a:p>
          <a:p>
            <a:pPr lvl="0"/>
            <a:r>
              <a:t>Ollama provides local model inference in the minimal deployment profile.</a:t>
            </a:r>
          </a:p>
          <a:p>
            <a:pPr lvl="0"/>
            <a:r>
              <a:t>Docker Compose ties the services together for a single-node pilot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Runtime Architecture: Application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FastAPI exposes auth, search, threat retrieval, analytics, and system status endpoints.</a:t>
            </a:r>
          </a:p>
          <a:p>
            <a:pPr lvl="0"/>
            <a:r>
              <a:t>Celery Worker runs collection, enrichment, and LLM analysis tasks.</a:t>
            </a:r>
          </a:p>
          <a:p>
            <a:pPr lvl="0"/>
            <a:r>
              <a:t>Celery Beat triggers recurring collection on a schedule.</a:t>
            </a:r>
          </a:p>
          <a:p>
            <a:pPr lvl="0"/>
            <a:r>
              <a:t>React provides dashboard, search, threat detail, and settings views.</a:t>
            </a:r>
          </a:p>
          <a:p>
            <a:pPr lvl="0"/>
            <a:r>
              <a:t>Net effect: a complete analyst-facing platform, not just a background crawler.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dirty="0"/>
              <a:t>Why The Data Model Matters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Threats carry structured classification metadata rather than only free text.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Important fields include attack surface, testability, and target systems.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Those fields let clients filter for runtime-testable threats and relevant system classes.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sz="1600" dirty="0"/>
              <a:t>This is the key design choice that makes the intelligence feed usable by automation.</a:t>
            </a:r>
          </a:p>
        </p:txBody>
      </p:sp>
      <p:pic>
        <p:nvPicPr>
          <p:cNvPr id="3" name="Picture 1" descr="images/threat-detail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33800" y="203200"/>
            <a:ext cx="47752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How Eval Kit Uses The Feed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dirty="0"/>
              <a:t>Selects threats from AI Shield Intelligence using search, recent, and severity-based pulls.</a:t>
            </a:r>
          </a:p>
          <a:p>
            <a:pPr lvl="0"/>
            <a:r>
              <a:rPr dirty="0"/>
              <a:t>Deduplicates already-processed threats before spending enrichment or LLM time.</a:t>
            </a:r>
          </a:p>
          <a:p>
            <a:pPr lvl="0"/>
            <a:r>
              <a:rPr dirty="0"/>
              <a:t>Enriches source content to extract payloads, trigger phrases, and attack details.</a:t>
            </a:r>
          </a:p>
          <a:p>
            <a:pPr lvl="0"/>
            <a:r>
              <a:rPr dirty="0"/>
              <a:t>Filters for runtime-testable cases such as prompt injection, jailbreak, extraction, and adversarial flows.</a:t>
            </a:r>
          </a:p>
          <a:p>
            <a:pPr lvl="0"/>
            <a:r>
              <a:rPr dirty="0"/>
              <a:t>Generates validated YAML seeds for GenAI and agentic system evaluation.</a:t>
            </a:r>
            <a:endParaRPr lang="en-US" dirty="0"/>
          </a:p>
          <a:p>
            <a:pPr marL="0" lvl="0" indent="0">
              <a:buNone/>
            </a:pPr>
            <a:endParaRPr dirty="0"/>
          </a:p>
          <a:p>
            <a:pPr marL="0" lvl="0" indent="0" algn="ctr">
              <a:buNone/>
            </a:pPr>
            <a:r>
              <a:rPr i="1" dirty="0"/>
              <a:t>fetch threats -&gt; filter and enrich -&gt; generate seeds -&gt; write catalog.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The Two Repos Belong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b="1" dirty="0"/>
              <a:t>AI Shield Intelligence </a:t>
            </a:r>
            <a:r>
              <a:rPr dirty="0"/>
              <a:t>answers: what new attack patterns exist right now?</a:t>
            </a:r>
          </a:p>
          <a:p>
            <a:r>
              <a:rPr b="1" dirty="0"/>
              <a:t>AI Shield Eval Kit </a:t>
            </a:r>
            <a:r>
              <a:rPr dirty="0"/>
              <a:t>answers: can our model or agent handle those attacks today?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eval kit is the execution layer that converts intelligence into tests.</a:t>
            </a:r>
            <a:endParaRPr dirty="0"/>
          </a:p>
          <a:p>
            <a:pPr lvl="0"/>
            <a:r>
              <a:rPr dirty="0"/>
              <a:t>Combined, they form a pipeline from external threat discovery to repeatable validation.</a:t>
            </a:r>
          </a:p>
          <a:p>
            <a:pPr lvl="0"/>
            <a:r>
              <a:rPr dirty="0"/>
              <a:t>That pipeline keeps the test catalog current as the threat landscape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631</Words>
  <Application>Microsoft Macintosh PowerPoint</Application>
  <PresentationFormat>On-screen Show (16:9)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 Shield Intelligence</vt:lpstr>
      <vt:lpstr>AI Shield Intelligence In One Sentence</vt:lpstr>
      <vt:lpstr>What The System Actually Does</vt:lpstr>
      <vt:lpstr>Why This Matters</vt:lpstr>
      <vt:lpstr>Architecture: Data Flow</vt:lpstr>
      <vt:lpstr>Runtime Architecture: Data And Infrastructure</vt:lpstr>
      <vt:lpstr>Runtime Architecture: Application Services</vt:lpstr>
      <vt:lpstr>Why The Data Model Matters</vt:lpstr>
      <vt:lpstr>How Eval Kit Uses The Feed</vt:lpstr>
      <vt:lpstr>Why The Two Repos Belong Together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Shield Intelligence</dc:title>
  <dc:creator/>
  <cp:keywords/>
  <cp:lastModifiedBy>SCHWARTZ, MATTHEW R Lt Col USAF ANG 166 COS/DCOT</cp:lastModifiedBy>
  <cp:revision>4</cp:revision>
  <dcterms:created xsi:type="dcterms:W3CDTF">2026-04-14T21:54:30Z</dcterms:created>
  <dcterms:modified xsi:type="dcterms:W3CDTF">2026-04-15T01:27:28Z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date">
    <vt:lpwstr>April 14, 2026</vt:lpwstr>
  </property>
  <property fmtid="{D5CDD505-2E9C-101B-9397-08002B2CF9AE}" pid="4" name="subtitle">
    <vt:lpwstr>How I keep myself up to date on the latest threats and attack techniques</vt:lpwstr>
  </property>
</Properties>
</file>